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Harvest by month (kg)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Harvest (kg)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180</c:v>
                </c:pt>
                <c:pt idx="2">
                  <c:v>320</c:v>
                </c:pt>
                <c:pt idx="3">
                  <c:v>290</c:v>
                </c:pt>
                <c:pt idx="4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Riverside Community Garden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Members' meeting,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grew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Vegetables</a:t>
            </a:r>
          </a:p>
          <a:p>
            <a:pPr lvl="1"/>
            <a:r>
              <a:t>Tomatoes, beans and peas</a:t>
            </a:r>
          </a:p>
          <a:p>
            <a:pPr lvl="1"/>
            <a:r>
              <a:t>Squash and pumpkins</a:t>
            </a:r>
          </a:p>
          <a:p>
            <a:pPr/>
            <a:r>
              <a:t>Herbs and flowers</a:t>
            </a:r>
          </a:p>
          <a:p>
            <a:pPr/>
            <a:r>
              <a:t>Fruit from the young orchard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beds in June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0350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400"/>
              <a:t>Drawn by a member of the garden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Harvest (kg)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Tomatoes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Potatoes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Pumpkins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notes, not for the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garden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94560"/>
            <a:ext cx="1737360" cy="1097280"/>
          </a:xfrm>
          <a:prstGeom prst="roundRect">
            <a:avLst/>
          </a:prstGeom>
          <a:solidFill>
            <a:srgbClr val="3A7D44"/>
          </a:solidFill>
          <a:ln>
            <a:solidFill>
              <a:srgbClr val="2E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/>
              <a:t>Sow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2743200"/>
            <a:ext cx="36576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651760" y="2194560"/>
            <a:ext cx="1737360" cy="1097280"/>
          </a:xfrm>
          <a:prstGeom prst="roundRect">
            <a:avLst/>
          </a:prstGeom>
          <a:solidFill>
            <a:srgbClr val="527D54"/>
          </a:solidFill>
          <a:ln>
            <a:solidFill>
              <a:srgbClr val="2E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/>
              <a:t>Grow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2743200"/>
            <a:ext cx="365759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754879" y="2194560"/>
            <a:ext cx="1737360" cy="1097280"/>
          </a:xfrm>
          <a:prstGeom prst="roundRect">
            <a:avLst/>
          </a:prstGeom>
          <a:solidFill>
            <a:srgbClr val="6A7D64"/>
          </a:solidFill>
          <a:ln>
            <a:solidFill>
              <a:srgbClr val="2E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/>
              <a:t>Harvest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92240" y="2743200"/>
            <a:ext cx="36576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7999" y="2194560"/>
            <a:ext cx="1737360" cy="1097280"/>
          </a:xfrm>
          <a:prstGeom prst="roundRect">
            <a:avLst/>
          </a:prstGeom>
          <a:solidFill>
            <a:srgbClr val="827D74"/>
          </a:solidFill>
          <a:ln>
            <a:solidFill>
              <a:srgbClr val="2E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/>
              <a:t>Share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4206240"/>
            <a:ext cx="1280160" cy="1280160"/>
          </a:xfrm>
          <a:prstGeom prst="ellipse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Every member takes a turn at each step, so everyone learns the whole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Harvest by month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Usugami tests</dc:creator>
  <cp:keywords/>
  <dc:description>generated using python-pptx</dc:description>
  <cp:lastModifiedBy>Steve Canny</cp:lastModifiedBy>
  <cp:revision>1</cp:revision>
  <dcterms:created xsi:type="dcterms:W3CDTF">2026-10-01T12:00:00Z</dcterms:created>
  <dcterms:modified xsi:type="dcterms:W3CDTF">2026-10-01T12:00:00Z</dcterms:modified>
  <cp:category/>
</cp:coreProperties>
</file>